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0698-4CCD-E67E-EF22-B897CDA09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3540D-A065-2050-572A-3178A7CBB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153F3-AAC9-4EFB-0B9A-DED59536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22E32-67F9-C40C-ECB2-B2FEAA89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F6B6D-7C8B-072A-870D-E4CC1421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9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557-96B6-A28A-C600-F51385B7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8358-09FD-99CC-BCA9-1A222DCB8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2131C-8718-6AEC-9103-91400F0B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1914F-45A9-0540-F4E1-B1AF4FE0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84288-CFEF-8436-1107-42E3A3CD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78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EBA4-FE38-BBC4-458E-C81BC113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07058-5227-4416-94AE-DD515E45D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A323-8AF1-B74F-6888-C088E261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A5492-9BB2-938C-D9D9-FC78A227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7D789-D057-8A7F-11BB-7250D517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D9C9-71D0-7670-4C3B-FAEEA74E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024F-B6E4-7DB3-488C-F5AED294A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4A93D-E176-8441-0756-76590FFE7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C384C-9D82-9984-5DC0-C9229FCE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3BFBA-3792-E57D-69B7-BF0A1968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F6229-5BE8-0DA9-B113-FEEE6D7D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D4D2-CD9B-16D5-77B5-A96061D2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FE0A1-9586-52F4-849C-16A2B185D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6D2AC-26D4-5645-24A8-F307A13F6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B7503-0DFC-B8CA-FBCB-97888E3E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BB58A-3042-5D7D-4531-8A1D1B02F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D8981-7B2C-30EF-097A-E0593F51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4885D-3060-3FDD-2F28-15BA8D0B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99CD2-255A-8053-7A71-0FB33CBE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4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31F0-B584-2F78-830F-64283ED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5669A-09B1-70A5-D9A9-548CAF97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0BE67-A046-D6EA-ADC1-C1393C48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F6A14-D87A-06AF-0454-81E60270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88721-6218-60E8-8D45-8C7A3A03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DD1B0-F6C6-9B26-BE6C-D1B83696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FF3B3-866E-2F11-6300-E25671DF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8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CBF6-9BC5-CDC8-990B-324B2958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EB9C-0D65-3753-B8DD-6FC13646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9300B-1978-C58E-D5BF-23618400D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18D9E-30F4-1760-BD1C-14CE7F79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CABE5-6459-0EC4-0351-8A39E1DD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6D1E7-C773-9ECE-734D-A7351D54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0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4078-0837-8C55-3795-197D72A7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EFABB-AEF3-005E-5275-B6CD536ED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6F41B-6838-7012-EBD2-922521F02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9B00C-9067-D809-DEEC-932C9D56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D4258-7080-F0B2-AD9C-23B676A2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F0C7D-2915-230F-AC0F-FBBB3E2B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4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C1FC-2786-C188-F333-8F7BF1B7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DA22C-7CA7-E06D-1FCB-60129A9CC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027C-469A-369E-566B-886B4AED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7D8AC-1A04-6DB0-62D2-66C2B07D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48DE8-0C31-C17F-9986-A7411602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6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643BA-537F-9C60-CEC5-F340C175C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54DD5-8DA8-ED6D-AB20-30F91B94A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11A19-40AA-C0AD-0DB8-E42B60EC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3D8B-869D-8414-319C-E62167BB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D11D1-4CD1-78AB-2E45-F4101062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86852-438C-953A-ABCE-ABEBF1E6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6F0B6-57B2-6F26-FFC3-53E4584ED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83435-F25D-3F72-538D-62182843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20634-0262-44E1-91EC-44B3F832BB2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D6D5A-6090-7734-8C68-2B68734D8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90FB9-BA87-5AB3-E0E0-EBBC5E863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F1356-01D4-4CDA-A1B7-85FF276C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0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A46A-A24E-842C-FF69-A6D8669A5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0775D-8F11-4E89-C643-8B00C2BB0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8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247707-8F43-1FF2-0676-CC603FFAA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469" y="3089408"/>
            <a:ext cx="3682156" cy="3682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E2B2C2-C535-DCC1-0C6B-6E4750B9E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632" y="3385906"/>
            <a:ext cx="3417966" cy="3283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05F0ED-D1CB-94B5-AC13-4246FB4D2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1"/>
          <a:stretch>
            <a:fillRect/>
          </a:stretch>
        </p:blipFill>
        <p:spPr>
          <a:xfrm>
            <a:off x="4345718" y="0"/>
            <a:ext cx="3725657" cy="3475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C22F2C-B0F8-21EC-3919-985CA031F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942" y="92445"/>
            <a:ext cx="3246980" cy="32145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2DD6DE-37BE-560D-7FA0-36F4F17F0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32" y="3089408"/>
            <a:ext cx="3740200" cy="374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D3785D-BD1E-6A07-034A-143AA8D97C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9"/>
          <a:stretch>
            <a:fillRect/>
          </a:stretch>
        </p:blipFill>
        <p:spPr>
          <a:xfrm>
            <a:off x="564969" y="37123"/>
            <a:ext cx="3757775" cy="347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4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caotuananh cao</dc:creator>
  <cp:lastModifiedBy>caotuananh cao</cp:lastModifiedBy>
  <cp:revision>1</cp:revision>
  <dcterms:created xsi:type="dcterms:W3CDTF">2026-01-20T02:25:41Z</dcterms:created>
  <dcterms:modified xsi:type="dcterms:W3CDTF">2026-01-20T02:38:24Z</dcterms:modified>
</cp:coreProperties>
</file>